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  <p:sldMasterId id="2147483662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</p:sldIdLst>
  <p:sldSz cy="6858000" cx="12192000"/>
  <p:notesSz cx="6858000" cy="9144000"/>
  <p:embeddedFontLst>
    <p:embeddedFont>
      <p:font typeface="Play"/>
      <p:regular r:id="rId10"/>
      <p:bold r:id="rId11"/>
    </p:embeddedFont>
    <p:embeddedFont>
      <p:font typeface="Arial Black"/>
      <p:regular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schemas.openxmlformats.org/officeDocument/2006/relationships/font" Target="fonts/ArialBlack-regular.fnt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TODAY’S DRIVER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MARKET 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Wheel" typ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1858537" y="350257"/>
            <a:ext cx="9495263" cy="5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white background with black and white clouds&#10;&#10;Description automatically generated"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1 Column">
  <p:cSld name="Content Slide - 1 Colum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564776" y="1308849"/>
            <a:ext cx="11246224" cy="4993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ctrTitle"/>
          </p:nvPr>
        </p:nvSpPr>
        <p:spPr>
          <a:xfrm>
            <a:off x="1524000" y="1808163"/>
            <a:ext cx="9144000" cy="3032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 Black"/>
              <a:buNone/>
              <a:defRPr b="1" i="0" sz="8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ctrTitle"/>
          </p:nvPr>
        </p:nvSpPr>
        <p:spPr>
          <a:xfrm>
            <a:off x="1524000" y="1808163"/>
            <a:ext cx="9144000" cy="30321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 Black"/>
              <a:buNone/>
              <a:defRPr b="1" i="0" sz="8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1858537" y="350257"/>
            <a:ext cx="9495263" cy="5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1" sz="2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red and white text with a person's head&#10;&#10;Description automatically generated with medium confidence" id="15" name="Google Shape;15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red and black flag&#10;&#10;Description automatically generated" id="23" name="Google Shape;23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A black and white background&#10;&#10;Description automatically generated" id="48" name="Google Shape;48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ctrTitle"/>
          </p:nvPr>
        </p:nvSpPr>
        <p:spPr>
          <a:xfrm>
            <a:off x="643511" y="2519084"/>
            <a:ext cx="11135016" cy="1479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 Black"/>
              <a:buNone/>
            </a:pPr>
            <a:r>
              <a:rPr lang="en-US"/>
              <a:t>Section Title</a:t>
            </a:r>
            <a:endParaRPr/>
          </a:p>
        </p:txBody>
      </p:sp>
      <p:sp>
        <p:nvSpPr>
          <p:cNvPr id="82" name="Google Shape;82;p18"/>
          <p:cNvSpPr txBox="1"/>
          <p:nvPr/>
        </p:nvSpPr>
        <p:spPr>
          <a:xfrm>
            <a:off x="2501958" y="3952234"/>
            <a:ext cx="7183963" cy="81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</a:pPr>
            <a:r>
              <a:t/>
            </a:r>
            <a:endParaRPr b="1" i="0" sz="32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1858537" y="350257"/>
            <a:ext cx="9495263" cy="571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D2F37"/>
              </a:buClr>
              <a:buSzPts val="2800"/>
              <a:buFont typeface="Arial"/>
              <a:buNone/>
            </a:pPr>
            <a:r>
              <a:rPr lang="en-US">
                <a:solidFill>
                  <a:srgbClr val="CD2F37"/>
                </a:solidFill>
                <a:latin typeface="Arial"/>
                <a:ea typeface="Arial"/>
                <a:cs typeface="Arial"/>
                <a:sym typeface="Arial"/>
              </a:rPr>
              <a:t>Slide Title</a:t>
            </a:r>
            <a:endParaRPr b="0">
              <a:solidFill>
                <a:srgbClr val="CD2F37"/>
              </a:solidFill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216654" y="6199966"/>
            <a:ext cx="58964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endParaRPr sz="14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9"/>
          <p:cNvSpPr txBox="1"/>
          <p:nvPr/>
        </p:nvSpPr>
        <p:spPr>
          <a:xfrm>
            <a:off x="551425" y="1302575"/>
            <a:ext cx="101043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D2F37"/>
                </a:solidFill>
                <a:latin typeface="Arial"/>
                <a:ea typeface="Arial"/>
                <a:cs typeface="Arial"/>
                <a:sym typeface="Arial"/>
              </a:rPr>
              <a:t>Slide Body</a:t>
            </a:r>
            <a:endParaRPr sz="2400">
              <a:solidFill>
                <a:srgbClr val="CD2F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CD2F3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rs">
  <a:themeElements>
    <a:clrScheme name="Spark Studio">
      <a:dk1>
        <a:srgbClr val="000000"/>
      </a:dk1>
      <a:lt1>
        <a:srgbClr val="FFFFFF"/>
      </a:lt1>
      <a:dk2>
        <a:srgbClr val="D21438"/>
      </a:dk2>
      <a:lt2>
        <a:srgbClr val="E8E8E8"/>
      </a:lt2>
      <a:accent1>
        <a:srgbClr val="D21438"/>
      </a:accent1>
      <a:accent2>
        <a:srgbClr val="58575A"/>
      </a:accent2>
      <a:accent3>
        <a:srgbClr val="A3122B"/>
      </a:accent3>
      <a:accent4>
        <a:srgbClr val="301C20"/>
      </a:accent4>
      <a:accent5>
        <a:srgbClr val="A02B93"/>
      </a:accent5>
      <a:accent6>
        <a:srgbClr val="FF164C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Design">
  <a:themeElements>
    <a:clrScheme name="Spark Studio">
      <a:dk1>
        <a:srgbClr val="000000"/>
      </a:dk1>
      <a:lt1>
        <a:srgbClr val="FFFFFF"/>
      </a:lt1>
      <a:dk2>
        <a:srgbClr val="D21438"/>
      </a:dk2>
      <a:lt2>
        <a:srgbClr val="E8E8E8"/>
      </a:lt2>
      <a:accent1>
        <a:srgbClr val="D21438"/>
      </a:accent1>
      <a:accent2>
        <a:srgbClr val="58575A"/>
      </a:accent2>
      <a:accent3>
        <a:srgbClr val="A3122B"/>
      </a:accent3>
      <a:accent4>
        <a:srgbClr val="301C20"/>
      </a:accent4>
      <a:accent5>
        <a:srgbClr val="A02B93"/>
      </a:accent5>
      <a:accent6>
        <a:srgbClr val="FF164C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over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